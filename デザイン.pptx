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8ABB5-AFF6-4E96-8392-360077B8AEB4}" type="datetimeFigureOut">
              <a:rPr kumimoji="1" lang="ja-JP" altLang="en-US" smtClean="0"/>
              <a:t>2022/3/23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E2B64-572D-4BBE-A78C-A9E061E96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8238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8ABB5-AFF6-4E96-8392-360077B8AEB4}" type="datetimeFigureOut">
              <a:rPr kumimoji="1" lang="ja-JP" altLang="en-US" smtClean="0"/>
              <a:t>2022/3/23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E2B64-572D-4BBE-A78C-A9E061E96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29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8ABB5-AFF6-4E96-8392-360077B8AEB4}" type="datetimeFigureOut">
              <a:rPr kumimoji="1" lang="ja-JP" altLang="en-US" smtClean="0"/>
              <a:t>2022/3/23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E2B64-572D-4BBE-A78C-A9E061E96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1644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8ABB5-AFF6-4E96-8392-360077B8AEB4}" type="datetimeFigureOut">
              <a:rPr kumimoji="1" lang="ja-JP" altLang="en-US" smtClean="0"/>
              <a:t>2022/3/23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E2B64-572D-4BBE-A78C-A9E061E96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2798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8ABB5-AFF6-4E96-8392-360077B8AEB4}" type="datetimeFigureOut">
              <a:rPr kumimoji="1" lang="ja-JP" altLang="en-US" smtClean="0"/>
              <a:t>2022/3/23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E2B64-572D-4BBE-A78C-A9E061E96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2282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8ABB5-AFF6-4E96-8392-360077B8AEB4}" type="datetimeFigureOut">
              <a:rPr kumimoji="1" lang="ja-JP" altLang="en-US" smtClean="0"/>
              <a:t>2022/3/23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E2B64-572D-4BBE-A78C-A9E061E96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1028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8ABB5-AFF6-4E96-8392-360077B8AEB4}" type="datetimeFigureOut">
              <a:rPr kumimoji="1" lang="ja-JP" altLang="en-US" smtClean="0"/>
              <a:t>2022/3/23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E2B64-572D-4BBE-A78C-A9E061E96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5294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8ABB5-AFF6-4E96-8392-360077B8AEB4}" type="datetimeFigureOut">
              <a:rPr kumimoji="1" lang="ja-JP" altLang="en-US" smtClean="0"/>
              <a:t>2022/3/23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E2B64-572D-4BBE-A78C-A9E061E96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9388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8ABB5-AFF6-4E96-8392-360077B8AEB4}" type="datetimeFigureOut">
              <a:rPr kumimoji="1" lang="ja-JP" altLang="en-US" smtClean="0"/>
              <a:t>2022/3/23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E2B64-572D-4BBE-A78C-A9E061E96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0516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8ABB5-AFF6-4E96-8392-360077B8AEB4}" type="datetimeFigureOut">
              <a:rPr kumimoji="1" lang="ja-JP" altLang="en-US" smtClean="0"/>
              <a:t>2022/3/23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E2B64-572D-4BBE-A78C-A9E061E96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5840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8ABB5-AFF6-4E96-8392-360077B8AEB4}" type="datetimeFigureOut">
              <a:rPr kumimoji="1" lang="ja-JP" altLang="en-US" smtClean="0"/>
              <a:t>2022/3/23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E2B64-572D-4BBE-A78C-A9E061E96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2956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8ABB5-AFF6-4E96-8392-360077B8AEB4}" type="datetimeFigureOut">
              <a:rPr kumimoji="1" lang="ja-JP" altLang="en-US" smtClean="0"/>
              <a:t>2022/3/23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E2B64-572D-4BBE-A78C-A9E061E96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6708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/>
          <p:cNvSpPr/>
          <p:nvPr/>
        </p:nvSpPr>
        <p:spPr>
          <a:xfrm>
            <a:off x="548639" y="2611532"/>
            <a:ext cx="4023361" cy="30673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" name="グループ化 6"/>
          <p:cNvGrpSpPr/>
          <p:nvPr/>
        </p:nvGrpSpPr>
        <p:grpSpPr>
          <a:xfrm>
            <a:off x="604735" y="6096339"/>
            <a:ext cx="1531278" cy="1052900"/>
            <a:chOff x="3926261" y="126370"/>
            <a:chExt cx="1531278" cy="1052900"/>
          </a:xfrm>
        </p:grpSpPr>
        <p:sp>
          <p:nvSpPr>
            <p:cNvPr id="3" name="テキスト ボックス 2"/>
            <p:cNvSpPr txBox="1"/>
            <p:nvPr/>
          </p:nvSpPr>
          <p:spPr>
            <a:xfrm>
              <a:off x="3992119" y="809938"/>
              <a:ext cx="9352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dirty="0" smtClean="0"/>
                <a:t>others</a:t>
              </a:r>
              <a:endParaRPr lang="ja-JP" altLang="en-US" dirty="0"/>
            </a:p>
          </p:txBody>
        </p:sp>
        <p:sp>
          <p:nvSpPr>
            <p:cNvPr id="4" name="テキスト ボックス 3"/>
            <p:cNvSpPr txBox="1"/>
            <p:nvPr/>
          </p:nvSpPr>
          <p:spPr>
            <a:xfrm>
              <a:off x="3926261" y="126370"/>
              <a:ext cx="8130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/>
                <a:t>Home</a:t>
              </a:r>
              <a:endParaRPr kumimoji="1" lang="ja-JP" altLang="en-US" dirty="0"/>
            </a:p>
          </p:txBody>
        </p:sp>
        <p:sp>
          <p:nvSpPr>
            <p:cNvPr id="5" name="テキスト ボックス 4"/>
            <p:cNvSpPr txBox="1"/>
            <p:nvPr/>
          </p:nvSpPr>
          <p:spPr>
            <a:xfrm>
              <a:off x="3934456" y="339478"/>
              <a:ext cx="10454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 smtClean="0"/>
                <a:t>projects</a:t>
              </a:r>
              <a:endParaRPr kumimoji="1" lang="ja-JP" altLang="en-US" dirty="0"/>
            </a:p>
          </p:txBody>
        </p:sp>
        <p:sp>
          <p:nvSpPr>
            <p:cNvPr id="6" name="テキスト ボックス 5"/>
            <p:cNvSpPr txBox="1"/>
            <p:nvPr/>
          </p:nvSpPr>
          <p:spPr>
            <a:xfrm>
              <a:off x="3976043" y="566826"/>
              <a:ext cx="14814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 smtClean="0"/>
                <a:t>publications</a:t>
              </a:r>
              <a:endParaRPr kumimoji="1" lang="ja-JP" altLang="en-US" dirty="0"/>
            </a:p>
          </p:txBody>
        </p:sp>
      </p:grpSp>
      <p:sp>
        <p:nvSpPr>
          <p:cNvPr id="8" name="テキスト ボックス 7"/>
          <p:cNvSpPr txBox="1"/>
          <p:nvPr/>
        </p:nvSpPr>
        <p:spPr>
          <a:xfrm>
            <a:off x="548639" y="3760024"/>
            <a:ext cx="409073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 smtClean="0"/>
              <a:t>名前</a:t>
            </a:r>
            <a:r>
              <a:rPr lang="ja-JP" altLang="en-US" sz="1400" dirty="0"/>
              <a:t>：</a:t>
            </a:r>
            <a:r>
              <a:rPr kumimoji="1" lang="en-US" altLang="ja-JP" sz="1400" dirty="0" smtClean="0"/>
              <a:t>Takumi765</a:t>
            </a:r>
          </a:p>
          <a:p>
            <a:r>
              <a:rPr lang="ja-JP" altLang="en-US" sz="1400" dirty="0" smtClean="0"/>
              <a:t>所属：</a:t>
            </a:r>
            <a:r>
              <a:rPr lang="ja-JP" altLang="en-US" sz="1400" dirty="0"/>
              <a:t>大阪大学 基礎工学研究科 システム創成専攻 システム科学領域 佐藤</a:t>
            </a:r>
            <a:r>
              <a:rPr lang="ja-JP" altLang="en-US" sz="1400" dirty="0" smtClean="0"/>
              <a:t>研究室</a:t>
            </a:r>
            <a:endParaRPr lang="en-US" altLang="ja-JP" sz="1400" dirty="0" smtClean="0"/>
          </a:p>
          <a:p>
            <a:r>
              <a:rPr kumimoji="1" lang="ja-JP" altLang="en-US" sz="1400" dirty="0" smtClean="0"/>
              <a:t>研究興味：</a:t>
            </a:r>
            <a:r>
              <a:rPr lang="en-US" altLang="ja-JP" sz="1200" dirty="0"/>
              <a:t>VR/AR/MR</a:t>
            </a:r>
            <a:r>
              <a:rPr lang="ja-JP" altLang="en-US" sz="1200" dirty="0" err="1"/>
              <a:t>、</a:t>
            </a:r>
            <a:r>
              <a:rPr lang="ja-JP" altLang="en-US" sz="1200" dirty="0"/>
              <a:t>介護福祉</a:t>
            </a:r>
            <a:endParaRPr kumimoji="1" lang="en-US" altLang="ja-JP" sz="1050" dirty="0" smtClean="0"/>
          </a:p>
          <a:p>
            <a:r>
              <a:rPr kumimoji="1" lang="ja-JP" altLang="en-US" sz="1400" dirty="0" smtClean="0"/>
              <a:t>趣味</a:t>
            </a:r>
            <a:r>
              <a:rPr lang="ja-JP" altLang="en-US" sz="1400" dirty="0" smtClean="0"/>
              <a:t>：</a:t>
            </a:r>
            <a:r>
              <a:rPr kumimoji="1" lang="ja-JP" altLang="en-US" sz="1400" dirty="0" smtClean="0"/>
              <a:t>サッカー、サイクリング、旅行</a:t>
            </a:r>
            <a:endParaRPr kumimoji="1" lang="ja-JP" altLang="en-US" sz="1400" dirty="0"/>
          </a:p>
        </p:txBody>
      </p:sp>
      <p:pic>
        <p:nvPicPr>
          <p:cNvPr id="9" name="図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39" y="296054"/>
            <a:ext cx="11239099" cy="2238476"/>
          </a:xfrm>
          <a:prstGeom prst="rect">
            <a:avLst/>
          </a:prstGeom>
        </p:spPr>
      </p:pic>
      <p:sp>
        <p:nvSpPr>
          <p:cNvPr id="10" name="楕円 9"/>
          <p:cNvSpPr/>
          <p:nvPr/>
        </p:nvSpPr>
        <p:spPr>
          <a:xfrm>
            <a:off x="654517" y="2653119"/>
            <a:ext cx="1029903" cy="102990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/>
        </p:nvSpPr>
        <p:spPr>
          <a:xfrm>
            <a:off x="548639" y="5832909"/>
            <a:ext cx="4023361" cy="7748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548639" y="586890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目次</a:t>
            </a:r>
            <a:endParaRPr kumimoji="1" lang="ja-JP" altLang="en-US" dirty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4880008" y="2653119"/>
            <a:ext cx="6907730" cy="37765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4995512" y="2777945"/>
            <a:ext cx="78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News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23467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39</Words>
  <Application>Microsoft Office PowerPoint</Application>
  <PresentationFormat>ワイド画面</PresentationFormat>
  <Paragraphs>10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岩﨑 琢己</dc:creator>
  <cp:lastModifiedBy>岩﨑 琢己</cp:lastModifiedBy>
  <cp:revision>7</cp:revision>
  <dcterms:created xsi:type="dcterms:W3CDTF">2022-03-23T14:01:39Z</dcterms:created>
  <dcterms:modified xsi:type="dcterms:W3CDTF">2022-03-23T15:05:41Z</dcterms:modified>
</cp:coreProperties>
</file>